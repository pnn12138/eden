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2743200"/>
            <a:ext cx="2011680" cy="54864"/>
          </a:xfrm>
          <a:prstGeom prst="rect">
            <a:avLst/>
          </a:prstGeom>
          <a:solidFill>
            <a:srgbClr val="7FAE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EDEN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园中诸声 · 浏览器 AI 叙事游戏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C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腾讯云黑客松 · 游戏开发挑战赛   |   赛题三：用 AI 重塑经典情节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项目介绍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 × 世界观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A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核心玩法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玩家扮演「蛇」，在伊甸园 6 个地点间探索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14 个 AI 驱动角色自由低语，影响夏娃心智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夏娃自行走向分别善恶树，自己取下果子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时段限制；成功 / 神降临两种结局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17720" y="1600200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A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重塑《创世记》禁果经典情节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表层：克制神话寓言；底层：AI 沙盒隐喻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神=研究者，夏娃=智能体，蛇=异常输入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探讨：当智能体理解规则，它还是原来的它吗？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AE6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亮点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 NPC · AI 生成内容 · AI 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7FAE6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 NPC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夏娃 / 亚当 / 五位天使 / 动物由 LLM Agent 实时生成对白，不是固定台词；受规则层约束，可被语言影响但不脱人设。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55848" y="16916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920240"/>
            <a:ext cx="502920" cy="502920"/>
          </a:xfrm>
          <a:prstGeom prst="ellipse">
            <a:avLst/>
          </a:prstGeom>
          <a:solidFill>
            <a:srgbClr val="7FAE6A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24528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生成内容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84448" y="2606040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世界观与剧情、28 个园中印记图标、场景背景与角色立绘、叙事文案均由 AI 辅助生成（见 doc/AI_ASSET_RECORD.md）。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1656" y="1920240"/>
            <a:ext cx="502920" cy="502920"/>
          </a:xfrm>
          <a:prstGeom prst="ellipse">
            <a:avLst/>
          </a:prstGeom>
          <a:solidFill>
            <a:srgbClr val="7FAE6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31736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机制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91656" y="2606040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 + 工具白名单 + 状态门槛 + 输出协议校验 + 异常兜底，所有 AI 输出经规则层校验后再改变世界。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AE6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 · 非侵入设计 · 纯前端优势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A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14 + React 18 + TypeScript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 视觉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LLM Provider（volcengine / deepseek / mock）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 + Agent 编排，密钥仅服务端读取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17720" y="1600200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A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设计优势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非侵入：Phase 1/2 功能以「只读判定 + 钩子叠加」加在核心闭环之外，不改玩法/数值/文案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纯前端：localStorage 跨局存档与印记追踪，无云依赖、无后端、可独立部署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安全：AI 输出经规则层校验，不暴露密钥到前端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AE6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画面说明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逐秒分镜见 doc/submit/demo分镜脚本.md</a:t>
            </a:r>
            <a:endParaRPr lang="en-US" sz="1500" dirty="0"/>
          </a:p>
        </p:txBody>
      </p:sp>
      <p:pic>
        <p:nvPicPr>
          <p:cNvPr id="4" name="Image 0" descr="d:/Eden/.pptx_build/slides/imgs/eden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36576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80560" y="178308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首页：项目名 + 进入伊甸园 + 右上角登录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游戏页 /world：地图探索、低语对话、回响面板、神注视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结局页：堕落轨迹 + 状态 + 日志复盘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图鉴页 /garden：28 印记四分类 + 跨局解锁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AE6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参赛价值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对齐赛题评分维度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主题契合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14600" y="169164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重塑伊甸园禁果经典情节，形成关于规则、知识与自主意识的叙事体验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414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工具使用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14600" y="2441448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CodeBuddy 核心开发；LLM 驱动 EveAgent；Tool Calling 改变游戏世界状态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9125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游戏品质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319125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分钟内完整闭环、自由输入、状态反馈、结局明确、日志可视化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261A"/>
          </a:solidFill>
          <a:ln w="12700">
            <a:solidFill>
              <a:srgbClr val="7FAE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4106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4600" y="3941064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NPC 不是固定台词，而是基于上下文与状态决定是否请求执行不可逆工具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FAE6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234440"/>
            <a:ext cx="2011680" cy="54864"/>
          </a:xfrm>
          <a:prstGeom prst="rect">
            <a:avLst/>
          </a:prstGeom>
          <a:solidFill>
            <a:srgbClr val="7FAE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E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B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EDEN · 园中诸声</a:t>
            </a:r>
            <a:endParaRPr lang="en-US" sz="200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500" dirty="0">
                <a:solidFill>
                  <a:srgbClr val="9FC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全程由 CodeBuddy 开发，保留完整对话记录作为评审证据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FC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试玩链接 / Demo 视频 / 对话记录 见 doc/submit/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2026-07-10T06:57:43Z</dcterms:created>
  <dcterms:modified xsi:type="dcterms:W3CDTF">2026-07-10T06:57:43Z</dcterms:modified>
</cp:coreProperties>
</file>